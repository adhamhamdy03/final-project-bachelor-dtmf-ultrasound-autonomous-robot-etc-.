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0"/>
  </p:normalViewPr>
  <p:slideViewPr>
    <p:cSldViewPr snapToGrid="0">
      <p:cViewPr>
        <p:scale>
          <a:sx n="102" d="100"/>
          <a:sy n="102" d="100"/>
        </p:scale>
        <p:origin x="95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3FD90-0BAF-324D-906C-CF4CD8C14438}" type="datetimeFigureOut">
              <a:rPr lang="en-FR" smtClean="0"/>
              <a:t>01/06/2025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363A05-0161-BE4D-B706-FFA66FE151EF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077820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363A05-0161-BE4D-B706-FFA66FE151EF}" type="slidenum">
              <a:rPr lang="en-FR" smtClean="0"/>
              <a:t>1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972798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EDF5F-21DD-1C98-EEDB-6D23963E0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6EE27-8BCF-0B64-36E3-A1FF8A71A3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13EF7E-EA8E-9FBF-A2C6-F56B2EE2F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847A-FAE3-3A4C-AB47-A0EC81993B9F}" type="datetimeFigureOut">
              <a:rPr lang="en-FR" smtClean="0"/>
              <a:t>01/06/2025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AA138-7F13-0EBE-9A80-920E4E221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0A1DF-3A57-9835-0F79-C1FE375F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DC90-5C2E-384C-9620-6917AB2AB837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855970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69926-3023-190A-EBA5-A44B29C15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F8C19-95E4-B7A6-70AA-9F32D45F6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6429A-C507-FD5A-2F0E-33F0419A2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847A-FAE3-3A4C-AB47-A0EC81993B9F}" type="datetimeFigureOut">
              <a:rPr lang="en-FR" smtClean="0"/>
              <a:t>01/06/2025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CB2D1-7368-4848-E37E-CC601D60D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B877C-26CA-8659-3CC1-A44BE48D2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DC90-5C2E-384C-9620-6917AB2AB837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3789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A563C-D2FE-87F0-4A68-5B88B17DF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9EB78-7F78-6866-77A9-C2AB4A180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F9F10-CBF7-3978-C62F-8F3A52BAA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847A-FAE3-3A4C-AB47-A0EC81993B9F}" type="datetimeFigureOut">
              <a:rPr lang="en-FR" smtClean="0"/>
              <a:t>01/06/2025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BC0C2-3FFA-6554-8060-DA9B6A813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9CB31-B149-DB22-FCBC-2747FFD40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DC90-5C2E-384C-9620-6917AB2AB837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00442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1D04D-D5AC-8CC1-2B37-FACE1A345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837C8-97EE-9F88-B276-09DF391C43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2AE47-6D0D-977B-6D38-0CE6CDF01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0DBE6-6635-8018-114C-218ABC30C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847A-FAE3-3A4C-AB47-A0EC81993B9F}" type="datetimeFigureOut">
              <a:rPr lang="en-FR" smtClean="0"/>
              <a:t>01/06/2025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D119C-1621-5AD4-BFCC-936EC515E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DD696D-708B-071E-F2A9-4CD1C73E5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DC90-5C2E-384C-9620-6917AB2AB837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9992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31942-7D52-151E-3C57-243E614CA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8B1E7-501B-C371-59FC-8C2A26C4A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9755D3-2CA6-EE5A-1BD5-1FBB8BDF25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0F957B-5B74-8484-5ED5-827BB2E3CB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03B541-D8E0-B5E7-3A47-43ADCB3B5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770E0A-B762-4FEB-13E5-982CBFFD1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847A-FAE3-3A4C-AB47-A0EC81993B9F}" type="datetimeFigureOut">
              <a:rPr lang="en-FR" smtClean="0"/>
              <a:t>01/06/2025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7A80C2-1478-EB06-C569-4790FBB62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930371-13B9-7108-1CF1-611194060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DC90-5C2E-384C-9620-6917AB2AB837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012281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1297D-30C6-A728-2FEF-36DAEAE9D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2CB82A-A03E-AE75-D7BC-F497EEF04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847A-FAE3-3A4C-AB47-A0EC81993B9F}" type="datetimeFigureOut">
              <a:rPr lang="en-FR" smtClean="0"/>
              <a:t>01/06/2025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3F815-CF4D-2BD7-3D55-CA1E991B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E44B17-FB07-A961-4461-0D1327CB9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DC90-5C2E-384C-9620-6917AB2AB837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493952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8F4A13-7CAF-5060-979C-8754BF319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847A-FAE3-3A4C-AB47-A0EC81993B9F}" type="datetimeFigureOut">
              <a:rPr lang="en-FR" smtClean="0"/>
              <a:t>01/06/2025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655EAC-1387-F85E-68EE-0808A737C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B989C-719E-1259-85D1-734A7B28D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DC90-5C2E-384C-9620-6917AB2AB837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03634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2ECCF-0DC2-8560-2001-BE041FFEB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88213-EED3-3EC8-A888-B01E0CBE0C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548D5-9642-DBD7-6D02-EE28C55C2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AB11B9-53CE-210B-7699-ECC2F1402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847A-FAE3-3A4C-AB47-A0EC81993B9F}" type="datetimeFigureOut">
              <a:rPr lang="en-FR" smtClean="0"/>
              <a:t>01/06/2025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6BCDC-FE77-2D90-D7AC-B5427402F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161699-7B4C-121E-3370-8EA101CF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DC90-5C2E-384C-9620-6917AB2AB837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9959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8148-5774-F773-B8A0-1EC63292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20EAA9-6505-EC51-FAA9-00A0466A38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D3DC1-C60D-5726-0551-1A8681DA9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4FAEC-754D-A37B-E6E8-7EE5B6A39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847A-FAE3-3A4C-AB47-A0EC81993B9F}" type="datetimeFigureOut">
              <a:rPr lang="en-FR" smtClean="0"/>
              <a:t>01/06/2025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0F992-CD7D-BBB1-440D-CE7320C4C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204F51-4589-A644-D787-E465FB0B6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DC90-5C2E-384C-9620-6917AB2AB837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57342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DB506-8372-4BA3-79FB-3A695944B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26827-0C4E-E9C3-68AC-6F945D3E1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6069B-4BE2-BAE1-65AF-D5DBC756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847A-FAE3-3A4C-AB47-A0EC81993B9F}" type="datetimeFigureOut">
              <a:rPr lang="en-FR" smtClean="0"/>
              <a:t>01/06/2025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F7FCE-95A8-8D8F-F990-C8B7531FD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7201D-2B85-991C-3D61-24AA11C44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DC90-5C2E-384C-9620-6917AB2AB837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89040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0EE8B6-9C1D-21B1-2C9B-1EE3F59F7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A89ED2-F684-1AD7-6BB6-EA29A28E9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D74AC-C2E3-E95D-1A14-7884C2AF8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A847A-FAE3-3A4C-AB47-A0EC81993B9F}" type="datetimeFigureOut">
              <a:rPr lang="en-FR" smtClean="0"/>
              <a:t>01/06/2025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5FECF-E7EA-AEB6-B8C5-9D3B2623E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004E2-BE15-2914-1E7A-1614263CC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62DC90-5C2E-384C-9620-6917AB2AB837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466420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EAEB7A-A34D-7440-4688-076EC805F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90A4B-2274-3702-2738-309965863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A1E6F-A1FF-4E3B-7AEC-7A21462C25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9A847A-FAE3-3A4C-AB47-A0EC81993B9F}" type="datetimeFigureOut">
              <a:rPr lang="en-FR" smtClean="0"/>
              <a:t>01/06/2025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9BB8C-FF12-1D0B-2536-153B710C6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07DBE-4792-5731-EBCD-270EDCDF55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2DC90-5C2E-384C-9620-6917AB2AB837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629006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629C81-2D17-8811-2785-3821877B1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10551"/>
            <a:ext cx="11931844" cy="49294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0B6C6D-B3A6-2667-C976-942DFED2CBEA}"/>
              </a:ext>
            </a:extLst>
          </p:cNvPr>
          <p:cNvSpPr txBox="1"/>
          <p:nvPr/>
        </p:nvSpPr>
        <p:spPr>
          <a:xfrm>
            <a:off x="10241280" y="2621280"/>
            <a:ext cx="1475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highlight>
                  <a:srgbClr val="FFFF00"/>
                </a:highlight>
              </a:rPr>
              <a:t>P2.11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7FFEA-ECDF-6F84-98E1-DFE19768B3F6}"/>
              </a:ext>
            </a:extLst>
          </p:cNvPr>
          <p:cNvSpPr txBox="1"/>
          <p:nvPr/>
        </p:nvSpPr>
        <p:spPr>
          <a:xfrm>
            <a:off x="10978896" y="3244334"/>
            <a:ext cx="1475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highlight>
                  <a:srgbClr val="FFFF00"/>
                </a:highlight>
              </a:rPr>
              <a:t>P2.5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B56815-BD0A-9666-3815-61F6E2B05452}"/>
              </a:ext>
            </a:extLst>
          </p:cNvPr>
          <p:cNvSpPr txBox="1"/>
          <p:nvPr/>
        </p:nvSpPr>
        <p:spPr>
          <a:xfrm>
            <a:off x="10978896" y="3937492"/>
            <a:ext cx="1475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highlight>
                  <a:srgbClr val="FFFF00"/>
                </a:highlight>
              </a:rPr>
              <a:t>P2.3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3AE089-BAB4-4726-AFDF-29F9D5A9640C}"/>
              </a:ext>
            </a:extLst>
          </p:cNvPr>
          <p:cNvSpPr txBox="1"/>
          <p:nvPr/>
        </p:nvSpPr>
        <p:spPr>
          <a:xfrm>
            <a:off x="10978896" y="4306824"/>
            <a:ext cx="1475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highlight>
                  <a:srgbClr val="FFFF00"/>
                </a:highlight>
              </a:rPr>
              <a:t>P2.2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21380E-D88A-5C95-A90E-FF510C5D91F4}"/>
              </a:ext>
            </a:extLst>
          </p:cNvPr>
          <p:cNvSpPr txBox="1"/>
          <p:nvPr/>
        </p:nvSpPr>
        <p:spPr>
          <a:xfrm>
            <a:off x="10978896" y="3568160"/>
            <a:ext cx="1475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highlight>
                  <a:srgbClr val="FFFF00"/>
                </a:highlight>
              </a:rPr>
              <a:t>P2.4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542F5B-2A6D-0E88-D147-F5978B485EEB}"/>
              </a:ext>
            </a:extLst>
          </p:cNvPr>
          <p:cNvSpPr txBox="1"/>
          <p:nvPr/>
        </p:nvSpPr>
        <p:spPr>
          <a:xfrm>
            <a:off x="2317898" y="148856"/>
            <a:ext cx="73896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sz="2800" dirty="0">
                <a:highlight>
                  <a:srgbClr val="00FF00"/>
                </a:highlight>
              </a:rPr>
              <a:t>Réception DTMF :</a:t>
            </a:r>
          </a:p>
        </p:txBody>
      </p:sp>
    </p:spTree>
    <p:extLst>
      <p:ext uri="{BB962C8B-B14F-4D97-AF65-F5344CB8AC3E}">
        <p14:creationId xmlns:p14="http://schemas.microsoft.com/office/powerpoint/2010/main" val="312919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10AC8-210A-88D2-B011-A14AC9A8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</a:t>
            </a:r>
            <a:r>
              <a:rPr lang="en-FR" dirty="0"/>
              <a:t>chéma block Emission DTMF :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1C9F9-E3CC-FC00-7C0F-5D0B791F0452}"/>
              </a:ext>
            </a:extLst>
          </p:cNvPr>
          <p:cNvSpPr/>
          <p:nvPr/>
        </p:nvSpPr>
        <p:spPr>
          <a:xfrm>
            <a:off x="2509284" y="2796363"/>
            <a:ext cx="2211572" cy="295585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76A8F1-AF83-0F54-6258-4C36909E79D5}"/>
              </a:ext>
            </a:extLst>
          </p:cNvPr>
          <p:cNvSpPr/>
          <p:nvPr/>
        </p:nvSpPr>
        <p:spPr>
          <a:xfrm>
            <a:off x="2769781" y="2684720"/>
            <a:ext cx="1398183" cy="25411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r>
              <a:rPr lang="en-FR" dirty="0"/>
              <a:t>iltrage des bases frequences jusqu’à 5 KHz 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73DB95D5-07E5-9EDD-7A76-BB182308C6CF}"/>
              </a:ext>
            </a:extLst>
          </p:cNvPr>
          <p:cNvSpPr/>
          <p:nvPr/>
        </p:nvSpPr>
        <p:spPr>
          <a:xfrm>
            <a:off x="2004237" y="3551273"/>
            <a:ext cx="664535" cy="4040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2CB9B3-1A9A-3F13-2679-9644F3179E52}"/>
              </a:ext>
            </a:extLst>
          </p:cNvPr>
          <p:cNvSpPr/>
          <p:nvPr/>
        </p:nvSpPr>
        <p:spPr>
          <a:xfrm>
            <a:off x="0" y="3429000"/>
            <a:ext cx="1903228" cy="56352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</a:t>
            </a:r>
            <a:r>
              <a:rPr lang="en-FR" dirty="0"/>
              <a:t>ignal d’entrée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698958BC-9CCF-8559-B2F4-247525D77039}"/>
              </a:ext>
            </a:extLst>
          </p:cNvPr>
          <p:cNvSpPr/>
          <p:nvPr/>
        </p:nvSpPr>
        <p:spPr>
          <a:xfrm>
            <a:off x="4258339" y="3551273"/>
            <a:ext cx="967564" cy="4040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87B529-2DD6-7161-BBAF-E61E2F863821}"/>
              </a:ext>
            </a:extLst>
          </p:cNvPr>
          <p:cNvSpPr/>
          <p:nvPr/>
        </p:nvSpPr>
        <p:spPr>
          <a:xfrm>
            <a:off x="5316277" y="2961168"/>
            <a:ext cx="1531089" cy="18022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  <a:r>
              <a:rPr lang="en-FR" dirty="0"/>
              <a:t>mplification de tension de gain =3</a:t>
            </a: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1CAFB767-4963-6E6E-3957-9AE8A2EFF22A}"/>
              </a:ext>
            </a:extLst>
          </p:cNvPr>
          <p:cNvSpPr/>
          <p:nvPr/>
        </p:nvSpPr>
        <p:spPr>
          <a:xfrm>
            <a:off x="6902304" y="3551273"/>
            <a:ext cx="800986" cy="40403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43F477-8D39-C6CF-6C6E-C53DF97BAD25}"/>
              </a:ext>
            </a:extLst>
          </p:cNvPr>
          <p:cNvSpPr/>
          <p:nvPr/>
        </p:nvSpPr>
        <p:spPr>
          <a:xfrm>
            <a:off x="7758228" y="2884079"/>
            <a:ext cx="1701209" cy="21424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Amplification de puissance 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FD79EAA-3071-82F4-CF88-DE17B1D56ECB}"/>
              </a:ext>
            </a:extLst>
          </p:cNvPr>
          <p:cNvSpPr/>
          <p:nvPr/>
        </p:nvSpPr>
        <p:spPr>
          <a:xfrm>
            <a:off x="10187763" y="3216349"/>
            <a:ext cx="1922721" cy="1143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</a:t>
            </a:r>
            <a:r>
              <a:rPr lang="en-FR" dirty="0"/>
              <a:t>ignal sortie et haut parleur</a:t>
            </a: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F40FFA74-268A-2269-57C5-D1DB25AEB215}"/>
              </a:ext>
            </a:extLst>
          </p:cNvPr>
          <p:cNvSpPr/>
          <p:nvPr/>
        </p:nvSpPr>
        <p:spPr>
          <a:xfrm>
            <a:off x="9484245" y="3596462"/>
            <a:ext cx="552890" cy="35884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333250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94B9-12E4-55C4-D47C-52419EB33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Schema Etat reception DTMF</a:t>
            </a:r>
            <a:endParaRPr lang="en-FR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00D7147-A34A-3F04-28CC-C773A47E1C5E}"/>
              </a:ext>
            </a:extLst>
          </p:cNvPr>
          <p:cNvSpPr/>
          <p:nvPr/>
        </p:nvSpPr>
        <p:spPr>
          <a:xfrm>
            <a:off x="1141227" y="1970586"/>
            <a:ext cx="2091071" cy="14141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READ_HASH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790BAEC-5BBA-BCB3-18F4-B984F81FBEAD}"/>
              </a:ext>
            </a:extLst>
          </p:cNvPr>
          <p:cNvSpPr/>
          <p:nvPr/>
        </p:nvSpPr>
        <p:spPr>
          <a:xfrm>
            <a:off x="4639339" y="1867842"/>
            <a:ext cx="2091071" cy="14141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READ_A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DD657E9-DBAD-C993-BB6A-95213133B946}"/>
              </a:ext>
            </a:extLst>
          </p:cNvPr>
          <p:cNvSpPr/>
          <p:nvPr/>
        </p:nvSpPr>
        <p:spPr>
          <a:xfrm>
            <a:off x="4639339" y="4873257"/>
            <a:ext cx="2091071" cy="14141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READ_DIGIT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52DB270-9F10-A206-DD5A-EC953A5B56CB}"/>
              </a:ext>
            </a:extLst>
          </p:cNvPr>
          <p:cNvSpPr/>
          <p:nvPr/>
        </p:nvSpPr>
        <p:spPr>
          <a:xfrm>
            <a:off x="1141228" y="4873257"/>
            <a:ext cx="2091070" cy="14141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READ_STAR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946071-0831-E470-D1A4-2E46DCF27EE0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3232298" y="2677651"/>
            <a:ext cx="13680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BBCAFF-3BDD-D111-6817-2E232410CABC}"/>
              </a:ext>
            </a:extLst>
          </p:cNvPr>
          <p:cNvCxnSpPr/>
          <p:nvPr/>
        </p:nvCxnSpPr>
        <p:spPr>
          <a:xfrm>
            <a:off x="3827721" y="2574907"/>
            <a:ext cx="0" cy="1895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957435F-EF7E-4A33-8DF7-C63D33DA9C8A}"/>
              </a:ext>
            </a:extLst>
          </p:cNvPr>
          <p:cNvSpPr txBox="1"/>
          <p:nvPr/>
        </p:nvSpPr>
        <p:spPr>
          <a:xfrm>
            <a:off x="3398878" y="2313839"/>
            <a:ext cx="12014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C</a:t>
            </a:r>
            <a:r>
              <a:rPr lang="en-FR" sz="1100" dirty="0"/>
              <a:t>ode==12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7FB7185-DC43-1808-77C7-62CF4AD5FCD4}"/>
              </a:ext>
            </a:extLst>
          </p:cNvPr>
          <p:cNvCxnSpPr/>
          <p:nvPr/>
        </p:nvCxnSpPr>
        <p:spPr>
          <a:xfrm flipH="1">
            <a:off x="2923953" y="3125972"/>
            <a:ext cx="1977656" cy="18606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C580D6B-EE6D-04DD-3331-834358258460}"/>
              </a:ext>
            </a:extLst>
          </p:cNvPr>
          <p:cNvCxnSpPr>
            <a:cxnSpLocks/>
          </p:cNvCxnSpPr>
          <p:nvPr/>
        </p:nvCxnSpPr>
        <p:spPr>
          <a:xfrm>
            <a:off x="5763511" y="3384716"/>
            <a:ext cx="0" cy="1389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E63E1D3-6179-18E3-2FC9-913E1C022462}"/>
              </a:ext>
            </a:extLst>
          </p:cNvPr>
          <p:cNvCxnSpPr>
            <a:cxnSpLocks/>
          </p:cNvCxnSpPr>
          <p:nvPr/>
        </p:nvCxnSpPr>
        <p:spPr>
          <a:xfrm flipV="1">
            <a:off x="5553740" y="3384716"/>
            <a:ext cx="0" cy="1389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7D2C923-C9BD-FDF2-B0B2-79629B10AC0E}"/>
              </a:ext>
            </a:extLst>
          </p:cNvPr>
          <p:cNvSpPr txBox="1"/>
          <p:nvPr/>
        </p:nvSpPr>
        <p:spPr>
          <a:xfrm>
            <a:off x="5684874" y="3925361"/>
            <a:ext cx="920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C</a:t>
            </a:r>
            <a:r>
              <a:rPr lang="en-FR" sz="1100" dirty="0"/>
              <a:t>ode==13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400B402-305E-8E58-8F4F-F1C885169D83}"/>
              </a:ext>
            </a:extLst>
          </p:cNvPr>
          <p:cNvSpPr txBox="1"/>
          <p:nvPr/>
        </p:nvSpPr>
        <p:spPr>
          <a:xfrm>
            <a:off x="4809463" y="3832495"/>
            <a:ext cx="875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C</a:t>
            </a:r>
            <a:r>
              <a:rPr lang="en-FR" sz="1100" dirty="0"/>
              <a:t>ode&lt;=10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4EB96FA-E8CD-03D3-1510-B2606709AAAB}"/>
              </a:ext>
            </a:extLst>
          </p:cNvPr>
          <p:cNvSpPr txBox="1"/>
          <p:nvPr/>
        </p:nvSpPr>
        <p:spPr>
          <a:xfrm>
            <a:off x="3072150" y="3908372"/>
            <a:ext cx="8754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C</a:t>
            </a:r>
            <a:r>
              <a:rPr lang="en-FR" sz="1100" dirty="0"/>
              <a:t>ode==11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F5D94EA-47E2-15BA-67E6-DACDB76A6DBB}"/>
              </a:ext>
            </a:extLst>
          </p:cNvPr>
          <p:cNvCxnSpPr/>
          <p:nvPr/>
        </p:nvCxnSpPr>
        <p:spPr>
          <a:xfrm flipV="1">
            <a:off x="2174236" y="3429000"/>
            <a:ext cx="0" cy="13450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47A56F9-EE48-CD3F-761F-638B126B2609}"/>
              </a:ext>
            </a:extLst>
          </p:cNvPr>
          <p:cNvCxnSpPr>
            <a:cxnSpLocks/>
          </p:cNvCxnSpPr>
          <p:nvPr/>
        </p:nvCxnSpPr>
        <p:spPr>
          <a:xfrm>
            <a:off x="3999615" y="3832495"/>
            <a:ext cx="154170" cy="1565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D32034A-F7C7-105E-3AFD-57ADC92A4D09}"/>
              </a:ext>
            </a:extLst>
          </p:cNvPr>
          <p:cNvCxnSpPr/>
          <p:nvPr/>
        </p:nvCxnSpPr>
        <p:spPr>
          <a:xfrm>
            <a:off x="5422605" y="4169982"/>
            <a:ext cx="2622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AC5EC55-B920-B38A-E719-3466E177A70B}"/>
              </a:ext>
            </a:extLst>
          </p:cNvPr>
          <p:cNvCxnSpPr/>
          <p:nvPr/>
        </p:nvCxnSpPr>
        <p:spPr>
          <a:xfrm>
            <a:off x="5632376" y="3908372"/>
            <a:ext cx="2622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196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CCE74-60FC-A318-6166-EDDC6DA2F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509977" cy="1325563"/>
          </a:xfrm>
        </p:spPr>
        <p:txBody>
          <a:bodyPr/>
          <a:lstStyle/>
          <a:p>
            <a:r>
              <a:rPr lang="en-GB" dirty="0"/>
              <a:t>R</a:t>
            </a:r>
            <a:r>
              <a:rPr lang="en-FR" dirty="0"/>
              <a:t>eception DTMF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7CAE104-6209-F5CB-6B74-E55B1B243E97}"/>
              </a:ext>
            </a:extLst>
          </p:cNvPr>
          <p:cNvSpPr/>
          <p:nvPr/>
        </p:nvSpPr>
        <p:spPr>
          <a:xfrm>
            <a:off x="325988" y="1698608"/>
            <a:ext cx="1743740" cy="14353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</a:t>
            </a:r>
            <a:r>
              <a:rPr lang="en-FR" dirty="0"/>
              <a:t>ignal reçue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8DA5753A-FF86-2A00-2529-E6E33E9F8E25}"/>
              </a:ext>
            </a:extLst>
          </p:cNvPr>
          <p:cNvSpPr/>
          <p:nvPr/>
        </p:nvSpPr>
        <p:spPr>
          <a:xfrm>
            <a:off x="2226522" y="2232950"/>
            <a:ext cx="529852" cy="36671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033924-F66A-94FA-7F8F-73D91B8F3A09}"/>
              </a:ext>
            </a:extLst>
          </p:cNvPr>
          <p:cNvSpPr/>
          <p:nvPr/>
        </p:nvSpPr>
        <p:spPr>
          <a:xfrm>
            <a:off x="2808612" y="2001636"/>
            <a:ext cx="1414130" cy="10207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</a:t>
            </a:r>
            <a:r>
              <a:rPr lang="en-FR" dirty="0"/>
              <a:t>icrophone</a:t>
            </a:r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DF14EBB1-0F19-0A8D-C477-6AF1C3F5F089}"/>
              </a:ext>
            </a:extLst>
          </p:cNvPr>
          <p:cNvSpPr/>
          <p:nvPr/>
        </p:nvSpPr>
        <p:spPr>
          <a:xfrm rot="5400000">
            <a:off x="2912883" y="3227122"/>
            <a:ext cx="592764" cy="4065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2F47B9-76F5-CD89-4FD4-8A7E00B6E5CB}"/>
              </a:ext>
            </a:extLst>
          </p:cNvPr>
          <p:cNvSpPr/>
          <p:nvPr/>
        </p:nvSpPr>
        <p:spPr>
          <a:xfrm>
            <a:off x="2449808" y="3807970"/>
            <a:ext cx="1137684" cy="12440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r>
              <a:rPr lang="en-FR" dirty="0"/>
              <a:t>iltrage</a:t>
            </a:r>
          </a:p>
          <a:p>
            <a:pPr algn="ctr"/>
            <a:endParaRPr lang="en-FR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F11178-1CAE-2A78-842F-7618A82C72DE}"/>
              </a:ext>
            </a:extLst>
          </p:cNvPr>
          <p:cNvSpPr/>
          <p:nvPr/>
        </p:nvSpPr>
        <p:spPr>
          <a:xfrm>
            <a:off x="4500359" y="3888534"/>
            <a:ext cx="1562986" cy="1334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  <a:r>
              <a:rPr lang="en-FR" dirty="0"/>
              <a:t>mplification</a:t>
            </a:r>
          </a:p>
          <a:p>
            <a:pPr algn="ctr"/>
            <a:r>
              <a:rPr lang="en-GB" dirty="0"/>
              <a:t>G</a:t>
            </a:r>
            <a:r>
              <a:rPr lang="en-FR" dirty="0"/>
              <a:t>ain =100</a:t>
            </a:r>
          </a:p>
        </p:txBody>
      </p:sp>
      <p:sp>
        <p:nvSpPr>
          <p:cNvPr id="11" name="Down Arrow 10">
            <a:extLst>
              <a:ext uri="{FF2B5EF4-FFF2-40B4-BE49-F238E27FC236}">
                <a16:creationId xmlns:a16="http://schemas.microsoft.com/office/drawing/2014/main" id="{0A211EC0-B69E-D55A-60FB-69F219AC37FD}"/>
              </a:ext>
            </a:extLst>
          </p:cNvPr>
          <p:cNvSpPr/>
          <p:nvPr/>
        </p:nvSpPr>
        <p:spPr>
          <a:xfrm rot="16200000">
            <a:off x="3814559" y="4057297"/>
            <a:ext cx="404037" cy="7070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58A5A0-DF33-2C86-173D-590D4FFB4E73}"/>
              </a:ext>
            </a:extLst>
          </p:cNvPr>
          <p:cNvCxnSpPr>
            <a:cxnSpLocks/>
            <a:stCxn id="27" idx="3"/>
            <a:endCxn id="14" idx="1"/>
          </p:cNvCxnSpPr>
          <p:nvPr/>
        </p:nvCxnSpPr>
        <p:spPr>
          <a:xfrm flipV="1">
            <a:off x="8091538" y="3888534"/>
            <a:ext cx="598082" cy="724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8883A1A-61A0-E6A4-27E5-D6C27CC2442F}"/>
              </a:ext>
            </a:extLst>
          </p:cNvPr>
          <p:cNvSpPr/>
          <p:nvPr/>
        </p:nvSpPr>
        <p:spPr>
          <a:xfrm>
            <a:off x="8689620" y="3327666"/>
            <a:ext cx="1711842" cy="112173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</a:t>
            </a:r>
            <a:r>
              <a:rPr lang="en-FR" dirty="0"/>
              <a:t>essage codé en 4 bits 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DCEC6E3-C3C5-DE6B-DFF9-7C556CF5D49E}"/>
              </a:ext>
            </a:extLst>
          </p:cNvPr>
          <p:cNvCxnSpPr>
            <a:cxnSpLocks/>
            <a:stCxn id="27" idx="3"/>
            <a:endCxn id="17" idx="1"/>
          </p:cNvCxnSpPr>
          <p:nvPr/>
        </p:nvCxnSpPr>
        <p:spPr>
          <a:xfrm>
            <a:off x="8091538" y="4612848"/>
            <a:ext cx="486440" cy="919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556B4874-895B-9046-7139-9EC9338E60E4}"/>
              </a:ext>
            </a:extLst>
          </p:cNvPr>
          <p:cNvSpPr/>
          <p:nvPr/>
        </p:nvSpPr>
        <p:spPr>
          <a:xfrm>
            <a:off x="8577978" y="4942458"/>
            <a:ext cx="1935126" cy="11802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</a:t>
            </a:r>
            <a:r>
              <a:rPr lang="en-FR" dirty="0"/>
              <a:t>alidation de trame </a:t>
            </a:r>
          </a:p>
        </p:txBody>
      </p:sp>
      <p:sp>
        <p:nvSpPr>
          <p:cNvPr id="23" name="Plus 22">
            <a:extLst>
              <a:ext uri="{FF2B5EF4-FFF2-40B4-BE49-F238E27FC236}">
                <a16:creationId xmlns:a16="http://schemas.microsoft.com/office/drawing/2014/main" id="{37146295-2C1C-1A28-0F9B-02D11FE9984E}"/>
              </a:ext>
            </a:extLst>
          </p:cNvPr>
          <p:cNvSpPr/>
          <p:nvPr/>
        </p:nvSpPr>
        <p:spPr>
          <a:xfrm>
            <a:off x="9185724" y="4550316"/>
            <a:ext cx="350875" cy="289795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50D298-20C8-6B57-DA9D-5878A58090EC}"/>
              </a:ext>
            </a:extLst>
          </p:cNvPr>
          <p:cNvSpPr/>
          <p:nvPr/>
        </p:nvSpPr>
        <p:spPr>
          <a:xfrm>
            <a:off x="6730329" y="4006308"/>
            <a:ext cx="1361209" cy="121307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R" dirty="0"/>
              <a:t>Décodage</a:t>
            </a:r>
          </a:p>
        </p:txBody>
      </p:sp>
      <p:sp>
        <p:nvSpPr>
          <p:cNvPr id="39" name="Down Arrow 38">
            <a:extLst>
              <a:ext uri="{FF2B5EF4-FFF2-40B4-BE49-F238E27FC236}">
                <a16:creationId xmlns:a16="http://schemas.microsoft.com/office/drawing/2014/main" id="{0064B4C4-C89C-B5CD-5CB7-AF6DADDD08C2}"/>
              </a:ext>
            </a:extLst>
          </p:cNvPr>
          <p:cNvSpPr/>
          <p:nvPr/>
        </p:nvSpPr>
        <p:spPr>
          <a:xfrm rot="16200000">
            <a:off x="6202327" y="4222918"/>
            <a:ext cx="404037" cy="5513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07696F-51E4-8186-F480-E3FABC8551DE}"/>
              </a:ext>
            </a:extLst>
          </p:cNvPr>
          <p:cNvSpPr txBox="1"/>
          <p:nvPr/>
        </p:nvSpPr>
        <p:spPr>
          <a:xfrm>
            <a:off x="10401462" y="3298277"/>
            <a:ext cx="1194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highlight>
                  <a:srgbClr val="FFFF00"/>
                </a:highlight>
              </a:rPr>
              <a:t>P2.2</a:t>
            </a:r>
          </a:p>
          <a:p>
            <a:r>
              <a:rPr lang="en-FR" dirty="0">
                <a:highlight>
                  <a:srgbClr val="FFFF00"/>
                </a:highlight>
              </a:rPr>
              <a:t>P2.3</a:t>
            </a:r>
          </a:p>
          <a:p>
            <a:r>
              <a:rPr lang="en-FR" dirty="0">
                <a:highlight>
                  <a:srgbClr val="FFFF00"/>
                </a:highlight>
              </a:rPr>
              <a:t>P2.4</a:t>
            </a:r>
          </a:p>
          <a:p>
            <a:r>
              <a:rPr lang="en-FR" dirty="0">
                <a:highlight>
                  <a:srgbClr val="FFFF00"/>
                </a:highlight>
              </a:rPr>
              <a:t>P2.5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69207E-1775-C916-2C87-E3B306677C71}"/>
              </a:ext>
            </a:extLst>
          </p:cNvPr>
          <p:cNvSpPr txBox="1"/>
          <p:nvPr/>
        </p:nvSpPr>
        <p:spPr>
          <a:xfrm>
            <a:off x="10513104" y="5222920"/>
            <a:ext cx="789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FR" dirty="0">
                <a:highlight>
                  <a:srgbClr val="FFFF00"/>
                </a:highlight>
              </a:rPr>
              <a:t>P2.11</a:t>
            </a:r>
          </a:p>
        </p:txBody>
      </p:sp>
    </p:spTree>
    <p:extLst>
      <p:ext uri="{BB962C8B-B14F-4D97-AF65-F5344CB8AC3E}">
        <p14:creationId xmlns:p14="http://schemas.microsoft.com/office/powerpoint/2010/main" val="2821842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107</Words>
  <Application>Microsoft Macintosh PowerPoint</Application>
  <PresentationFormat>Widescreen</PresentationFormat>
  <Paragraphs>36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Schéma block Emission DTMF : </vt:lpstr>
      <vt:lpstr>Schema Etat reception DTMF</vt:lpstr>
      <vt:lpstr>Reception DTMF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Yasmine Pierre Sobhi Asfour</dc:creator>
  <cp:lastModifiedBy>Yasmine Pierre Sobhi Asfour</cp:lastModifiedBy>
  <cp:revision>4</cp:revision>
  <dcterms:created xsi:type="dcterms:W3CDTF">2025-06-01T19:08:46Z</dcterms:created>
  <dcterms:modified xsi:type="dcterms:W3CDTF">2025-06-01T23:36:31Z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c20be7-c3a5-46e3-9158-fa8a02ce2395_Enabled">
    <vt:lpwstr>true</vt:lpwstr>
  </property>
  <property fmtid="{D5CDD505-2E9C-101B-9397-08002B2CF9AE}" pid="3" name="MSIP_Label_d5c20be7-c3a5-46e3-9158-fa8a02ce2395_SetDate">
    <vt:lpwstr>2025-06-01T19:14:37Z</vt:lpwstr>
  </property>
  <property fmtid="{D5CDD505-2E9C-101B-9397-08002B2CF9AE}" pid="4" name="MSIP_Label_d5c20be7-c3a5-46e3-9158-fa8a02ce2395_Method">
    <vt:lpwstr>Standard</vt:lpwstr>
  </property>
  <property fmtid="{D5CDD505-2E9C-101B-9397-08002B2CF9AE}" pid="5" name="MSIP_Label_d5c20be7-c3a5-46e3-9158-fa8a02ce2395_Name">
    <vt:lpwstr>defa4170-0d19-0005-0004-bc88714345d2</vt:lpwstr>
  </property>
  <property fmtid="{D5CDD505-2E9C-101B-9397-08002B2CF9AE}" pid="6" name="MSIP_Label_d5c20be7-c3a5-46e3-9158-fa8a02ce2395_SiteId">
    <vt:lpwstr>8c6f9078-037e-4261-a583-52a944e55f7f</vt:lpwstr>
  </property>
  <property fmtid="{D5CDD505-2E9C-101B-9397-08002B2CF9AE}" pid="7" name="MSIP_Label_d5c20be7-c3a5-46e3-9158-fa8a02ce2395_ActionId">
    <vt:lpwstr>9174b2ac-498d-434b-bf42-095af7f6c804</vt:lpwstr>
  </property>
  <property fmtid="{D5CDD505-2E9C-101B-9397-08002B2CF9AE}" pid="8" name="MSIP_Label_d5c20be7-c3a5-46e3-9158-fa8a02ce2395_ContentBits">
    <vt:lpwstr>0</vt:lpwstr>
  </property>
  <property fmtid="{D5CDD505-2E9C-101B-9397-08002B2CF9AE}" pid="9" name="MSIP_Label_d5c20be7-c3a5-46e3-9158-fa8a02ce2395_Tag">
    <vt:lpwstr>50, 3, 0, 1</vt:lpwstr>
  </property>
</Properties>
</file>